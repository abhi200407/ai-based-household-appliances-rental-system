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Appliance Rental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SDC-II / Project School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Title &amp;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Project Title: AI-Powered Appliance Rental Platform</a:t>
            </a:r>
          </a:p>
          <a:p>
            <a:pPr>
              <a:defRPr sz="1800"/>
            </a:pPr>
            <a:r>
              <a:t>• Team Members: [Team Member Names]</a:t>
            </a:r>
          </a:p>
          <a:p>
            <a:pPr>
              <a:defRPr sz="1800"/>
            </a:pPr>
            <a:r>
              <a:t>• Mentor: [Mentor Name]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(Explain: A full-stack application connecting appliance owners with tenants, powered by machine learning.)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Existing problem: Buying appliances is expensive for short-term stays (students, expats).</a:t>
            </a:r>
          </a:p>
          <a:p>
            <a:pPr>
              <a:defRPr sz="1800"/>
            </a:pPr>
            <a:r>
              <a:t>• Limitations: Existing rental platforms lack personalization and business intelligence for owners.</a:t>
            </a:r>
          </a:p>
          <a:p>
            <a:pPr>
              <a:defRPr sz="1800"/>
            </a:pPr>
            <a:r>
              <a:t>• Motivation: To make appliance usage affordable and provide a personalized experience using AI, while giving owners data-driven insights.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(Explain: We are solving the lack of affordability and intelligence in current rental markets.)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Base Paper / Research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Base approach: Implementation of ML models trained on real-world Kaggle datasets.</a:t>
            </a:r>
          </a:p>
          <a:p>
            <a:pPr>
              <a:defRPr sz="1800"/>
            </a:pPr>
            <a:r>
              <a:t>• Datasets used:</a:t>
            </a:r>
          </a:p>
          <a:p>
            <a:pPr>
              <a:defRPr sz="1800"/>
            </a:pPr>
            <a:r>
              <a:t>  1. Personalized Recommendation Systems Dataset</a:t>
            </a:r>
          </a:p>
          <a:p>
            <a:pPr>
              <a:defRPr sz="1800"/>
            </a:pPr>
            <a:r>
              <a:t>  2. Retail Store Inventory and Demand Forecasting</a:t>
            </a:r>
          </a:p>
          <a:p>
            <a:pPr>
              <a:defRPr sz="1800"/>
            </a:pPr>
            <a:r>
              <a:t>  3. Online Retail Customer Churn Dataset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(Explain: We are leveraging established data science techniques for recommendations, forecasting, and churn prediction.)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Proposed system: A two-sided marketplace connecting tenants and appliance owners.</a:t>
            </a:r>
          </a:p>
          <a:p>
            <a:pPr>
              <a:defRPr sz="1800"/>
            </a:pPr>
            <a:r>
              <a:t>• Key features: Role-based access, AI recommendations, Admin business intelligence dashboard.</a:t>
            </a:r>
          </a:p>
          <a:p>
            <a:pPr>
              <a:defRPr sz="1800"/>
            </a:pPr>
            <a:r>
              <a:t>• Architecture: React (Frontend) &lt;-&gt; Django REST Framework (Backend) &lt;-&gt; MongoDB &amp; Scikit-learn/Prophet (Data &amp; ML).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(Explain: Our platform acts as a smart intermediary, utilizing ML to enhance user experience and owner revenue.)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Source: Kaggle real-world datasets.</a:t>
            </a:r>
          </a:p>
          <a:p>
            <a:pPr>
              <a:defRPr sz="1800"/>
            </a:pPr>
            <a:r>
              <a:t>• Size &amp; Features: Extensive transactional and user-interaction data containing recency, frequency, and monetary metrics.</a:t>
            </a:r>
          </a:p>
          <a:p>
            <a:pPr>
              <a:defRPr sz="1800"/>
            </a:pPr>
            <a:r>
              <a:t>• Usage: Used to pre-train Content-based/Collaborative Filtering (SVD), Prophet forecasting, and Random Forest churn models.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(Explain: We use real retail and user data to ensure our ML models provide realistic and valuable insights.)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Project Inputs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User input: Browsing behavior, rental requests, new appliance listings.</a:t>
            </a:r>
          </a:p>
          <a:p>
            <a:pPr>
              <a:defRPr sz="1800"/>
            </a:pPr>
            <a:r>
              <a:t>• Processing: Django backend handles business logic and interacts with MongoDB.</a:t>
            </a:r>
          </a:p>
          <a:p>
            <a:pPr>
              <a:defRPr sz="1800"/>
            </a:pPr>
            <a:r>
              <a:t>• AI/ML: Models generate personalized suggestions, 30-day demand forecasts, and churn risk scores.</a:t>
            </a:r>
          </a:p>
          <a:p>
            <a:pPr>
              <a:defRPr sz="1800"/>
            </a:pPr>
            <a:r>
              <a:t>• Output: Personalized UI for tenants; Business Intelligence dashboards for Admins/Owners.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(Explain: Data flows from user interactions into our ML models to dynamically update the platform.)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Target Users /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Primary users: Tenants (Students, short-term residents) needing appliances.</a:t>
            </a:r>
          </a:p>
          <a:p>
            <a:pPr>
              <a:defRPr sz="1800"/>
            </a:pPr>
            <a:r>
              <a:t>• Secondary users: Appliance Owners looking to monetize idle assets.</a:t>
            </a:r>
          </a:p>
          <a:p>
            <a:pPr>
              <a:defRPr sz="1800"/>
            </a:pPr>
            <a:r>
              <a:t>• Admins: Oversee the platform and leverage advanced AI business intelligence.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(Explain: Tenants get affordable access; Owners get a smart monetization platform.)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Proposed Deployment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ML Models: Pre-trained .pkl artifacts integrated into Django commands.</a:t>
            </a:r>
          </a:p>
          <a:p>
            <a:pPr>
              <a:defRPr sz="1800"/>
            </a:pPr>
            <a:r>
              <a:t>• Backend: Django &amp; Django REST Framework (DRF) with MongoDB.</a:t>
            </a:r>
          </a:p>
          <a:p>
            <a:pPr>
              <a:defRPr sz="1800"/>
            </a:pPr>
            <a:r>
              <a:t>• Frontend: React.js (Vite) with Tailwind CSS and Recharts.</a:t>
            </a:r>
          </a:p>
          <a:p>
            <a:pPr>
              <a:defRPr sz="1800"/>
            </a:pPr>
            <a:r>
              <a:t>• Hosting: Cloud platforms (e.g., AWS/GCP, Vercel for frontend, Heroku/Render for backend).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(Explain: We use a modern, scalable stack to ensure smooth deployment and operation.)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Expected Outputs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Tenants: Receive highly relevant appliance recommendations.</a:t>
            </a:r>
          </a:p>
          <a:p>
            <a:pPr>
              <a:defRPr sz="1800"/>
            </a:pPr>
            <a:r>
              <a:t>• Owners/Admins: Access 30-day demand predictions to optimize inventory.</a:t>
            </a:r>
          </a:p>
          <a:p>
            <a:pPr>
              <a:defRPr sz="1800"/>
            </a:pPr>
            <a:r>
              <a:t>• Business Health: Identify at-risk customers through churn prediction alerts.</a:t>
            </a:r>
          </a:p>
          <a:p>
            <a:pPr>
              <a:defRPr sz="1800"/>
            </a:pPr>
            <a:r>
              <a:t>• Platform: A fully functional, responsive, and secure web application.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(Explain: The system produces tangible AI-driven benefits for all stakeholders.)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Impact: Democratizes access to appliances and introduces AI to the rental market.</a:t>
            </a:r>
          </a:p>
          <a:p>
            <a:pPr>
              <a:defRPr sz="1800"/>
            </a:pPr>
            <a:r>
              <a:t>• Future enhancements:</a:t>
            </a:r>
          </a:p>
          <a:p>
            <a:pPr>
              <a:defRPr sz="1800"/>
            </a:pPr>
            <a:r>
              <a:t>  - Integration with IoT for live appliance tracking.</a:t>
            </a:r>
          </a:p>
          <a:p>
            <a:pPr>
              <a:defRPr sz="1800"/>
            </a:pPr>
            <a:r>
              <a:t>  - Automated pricing based on real-time demand.</a:t>
            </a:r>
          </a:p>
          <a:p>
            <a:pPr>
              <a:defRPr sz="1800"/>
            </a:pPr>
            <a:r>
              <a:t>  - Mobile application development.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(Explain: The project establishes a strong foundation with vast potential for future technological expansion.)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