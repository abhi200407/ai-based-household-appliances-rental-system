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SDC-II / Project School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10-Minute Presentation Template</a:t>
            </a:r>
          </a:p>
          <a:p>
            <a:r>
              <a:t>[Your Project 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Title &amp;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Project Title: [Your Project Title]</a:t>
            </a:r>
          </a:p>
          <a:p>
            <a:pPr>
              <a:defRPr sz="2000"/>
            </a:pPr>
            <a:r>
              <a:t>• Team Members: [Member 1], [Member 2], ...</a:t>
            </a:r>
          </a:p>
          <a:p>
            <a:pPr>
              <a:defRPr sz="2000"/>
            </a:pPr>
            <a:r>
              <a:t>• Mentor: [Mentor Name]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Introduce the project and team briefly)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Existing problem: [Describe problem]</a:t>
            </a:r>
          </a:p>
          <a:p>
            <a:pPr>
              <a:defRPr sz="2000"/>
            </a:pPr>
            <a:r>
              <a:t>• Limitations: [What are the current limitations?]</a:t>
            </a:r>
          </a:p>
          <a:p>
            <a:pPr>
              <a:defRPr sz="2000"/>
            </a:pPr>
            <a:r>
              <a:t>• Motivation: [Why is this important?]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What problem are you solving? Why is it important?)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Base Paper / Research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Paper title: [Title of the base paper]</a:t>
            </a:r>
          </a:p>
          <a:p>
            <a:pPr>
              <a:defRPr sz="2000"/>
            </a:pPr>
            <a:r>
              <a:t>• Authors: [Authors of the paper]</a:t>
            </a:r>
          </a:p>
          <a:p>
            <a:pPr>
              <a:defRPr sz="2000"/>
            </a:pPr>
            <a:r>
              <a:t>• Year: [Year of publication]</a:t>
            </a:r>
          </a:p>
          <a:p>
            <a:pPr>
              <a:defRPr sz="2000"/>
            </a:pPr>
            <a:r>
              <a:t>• Existing approach: [Briefly describe the approach in the paper]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What did the research paper propose? What are its limitations?)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Your proposed system: [Overview of your system]</a:t>
            </a:r>
          </a:p>
          <a:p>
            <a:pPr>
              <a:defRPr sz="2000"/>
            </a:pPr>
            <a:r>
              <a:t>• Key features: [Feature 1, Feature 2...]</a:t>
            </a:r>
          </a:p>
          <a:p>
            <a:pPr>
              <a:defRPr sz="2000"/>
            </a:pPr>
            <a:r>
              <a:t>• Architecture: [High-level architecture description/diagram placeholder]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How does your project solve/improve the problem?)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Dataset source: [Where is the data from?]</a:t>
            </a:r>
          </a:p>
          <a:p>
            <a:pPr>
              <a:defRPr sz="2000"/>
            </a:pPr>
            <a:r>
              <a:t>• Size: [Size of the dataset]</a:t>
            </a:r>
          </a:p>
          <a:p>
            <a:pPr>
              <a:defRPr sz="2000"/>
            </a:pPr>
            <a:r>
              <a:t>• Features: [Key features used]</a:t>
            </a:r>
          </a:p>
          <a:p>
            <a:pPr>
              <a:defRPr sz="2000"/>
            </a:pPr>
            <a:r>
              <a:t>• Collection method: [How was it collected/created?]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Where will data come from? How will you collect/create it?)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Project Inputs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User input: [Describe input]</a:t>
            </a:r>
          </a:p>
          <a:p>
            <a:pPr>
              <a:defRPr sz="2000"/>
            </a:pPr>
            <a:r>
              <a:t>• Processing: [Describe processing steps]</a:t>
            </a:r>
          </a:p>
          <a:p>
            <a:pPr>
              <a:defRPr sz="2000"/>
            </a:pPr>
            <a:r>
              <a:t>• AI/ML: [Describe models used]</a:t>
            </a:r>
          </a:p>
          <a:p>
            <a:pPr>
              <a:defRPr sz="2000"/>
            </a:pPr>
            <a:r>
              <a:t>• Output: [Describe output]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(Workflow: User input -&gt; Processing -&gt; AI/ML -&gt; Output)</a:t>
            </a:r>
          </a:p>
          <a:p>
            <a:pPr>
              <a:defRPr sz="2000"/>
            </a:pPr>
            <a:r>
              <a:t>(Explain: What input is given and how does the system process it?)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Target Users /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Primary users: [Who will primarily use this?]</a:t>
            </a:r>
          </a:p>
          <a:p>
            <a:pPr>
              <a:defRPr sz="2000"/>
            </a:pPr>
            <a:r>
              <a:t>• Secondary users: [Who else benefits?]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Who will use the system and who benefits from it?)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Proposed 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Model: [Model deployment details]</a:t>
            </a:r>
          </a:p>
          <a:p>
            <a:pPr>
              <a:defRPr sz="2000"/>
            </a:pPr>
            <a:r>
              <a:t>• Backend: [Backend technology/framework]</a:t>
            </a:r>
          </a:p>
          <a:p>
            <a:pPr>
              <a:defRPr sz="2000"/>
            </a:pPr>
            <a:r>
              <a:t>• Frontend: [Frontend technology/framework]</a:t>
            </a:r>
          </a:p>
          <a:p>
            <a:pPr>
              <a:defRPr sz="2000"/>
            </a:pPr>
            <a:r>
              <a:t>• Hosting: [Hosting platform]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(Flow: Model -&gt; Backend -&gt; Frontend -&gt; Hosting)</a:t>
            </a:r>
          </a:p>
          <a:p>
            <a:pPr>
              <a:defRPr sz="2000"/>
            </a:pPr>
            <a:r>
              <a:t>(Explain: How will you convert the project into a usable application?)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Expected Outputs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Predictions: [Expected predictions]</a:t>
            </a:r>
          </a:p>
          <a:p>
            <a:pPr>
              <a:defRPr sz="2000"/>
            </a:pPr>
            <a:r>
              <a:t>• Reports/Dashboard: [What reports will be generated?]</a:t>
            </a:r>
          </a:p>
          <a:p>
            <a:pPr>
              <a:defRPr sz="2000"/>
            </a:pPr>
            <a:r>
              <a:t>• Recommendations: [Any recommendations?]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What will the system finally produce?)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Impact: [What is the impact of this project?]</a:t>
            </a:r>
          </a:p>
          <a:p>
            <a:pPr>
              <a:defRPr sz="2000"/>
            </a:pPr>
            <a:r>
              <a:t>• Future enhancements: [What can be added in the future?]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(Explain: Summarize the project and explain future improvements)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