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10332720" cy="54864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731520"/>
            <a:ext cx="137160" cy="5486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SDC-II  |  PROJECT PROPOSAL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AI-Powered Household
Appliance Rental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48737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  <a:latin typeface="Calibri"/>
              </a:rPr>
              <a:t>Full-Stack Web App  |  Django + React + MongoDB  |  3 AI/ML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  <a:latin typeface="Calibri"/>
              </a:rPr>
              <a:t>Team: [Names]   |   Mentor: [Name]   |   KMIT CSE, Sem V  |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01  |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91440" cy="5303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Current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Buying appliances is very expensive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Students, migrants &amp; expat tenants can't afford to buy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Existing rental options are primitive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Only classified ads - no trust, no smart features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Zero business intelligence for owners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No way to predict demand, can't plan inventory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No customer retention tools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Owners don't know which customers are about to leave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91440" cy="53035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Affordable daily rental marketplace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Tenants rent appliances per day  -  not buy outright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AI-powered smart platform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Personalized recommendations for every tenant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30-day demand forecasting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Owners know which appliances will be in demand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Churn prediction alerts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Admin sees at-risk customers before they leave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02  |  DATABASE DESIGN  (MongoDB / NoSQL)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Collections, Fields &amp;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148840" cy="3840479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14884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426464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8653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8653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PK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4028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2768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2768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22768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unique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5176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6883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6883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26883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hashed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6324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309981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full_name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09981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309981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7472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51129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51129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351129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admin/owner/tenant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8620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9227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phone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39227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39227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29768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3342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address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342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1952" y="43342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70916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7457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date_joined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457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2" y="47457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auto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1371600"/>
            <a:ext cx="2148840" cy="3840479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97480" y="1371600"/>
            <a:ext cx="214884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1426464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appliances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182880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0632" y="18653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3592" y="18653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18653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PK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224028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70632" y="22768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owner_id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3592" y="22768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9392" y="22768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FK -&gt; users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7480" y="265176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70632" y="26883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name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3592" y="26883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9392" y="26883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required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7480" y="306324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70632" y="309981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category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93592" y="309981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79392" y="309981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AC/Fridge/...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97480" y="347472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70632" y="351129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price_per_day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3592" y="351129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Float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79392" y="351129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required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97480" y="388620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70632" y="39227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images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3592" y="39227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List[str]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392" y="39227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local paths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97480" y="429768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70632" y="43342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location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93592" y="43342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79392" y="43342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697480" y="470916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70632" y="47457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Calibri"/>
              </a:rPr>
              <a:t>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93592" y="47457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Boolean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79392" y="47457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default True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74920" y="1371600"/>
            <a:ext cx="2148840" cy="3840479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074920" y="1371600"/>
            <a:ext cx="214884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0" y="1426464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bookings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4920" y="182880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48072" y="18653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_id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71031" y="18653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56831" y="18653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PK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4920" y="224028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48072" y="22768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tenant_id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71031" y="22768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56831" y="22768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FK -&gt; users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74920" y="265176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48072" y="26883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appliance_id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71031" y="26883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6831" y="26883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FK -&gt; appliances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74920" y="306324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48072" y="309981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start_date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71031" y="309981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56831" y="309981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required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74920" y="347472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48072" y="351129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end_date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71031" y="351129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56831" y="351129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required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74920" y="388620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48072" y="39227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status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71031" y="39227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56831" y="39227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requested/approved/...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74920" y="429768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48072" y="43342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total_amount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71031" y="43342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Float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6831" y="43342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auto-calculated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74920" y="470916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48072" y="47457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created_at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71031" y="47457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56831" y="47457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auto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52360" y="1371600"/>
            <a:ext cx="2148840" cy="3017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452360" y="1371600"/>
            <a:ext cx="2148840" cy="4572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0" y="1426464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recommendation_logs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52360" y="182880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25512" y="18653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700"/>
                </a:solidFill>
                <a:latin typeface="Calibri"/>
              </a:rPr>
              <a:t>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48472" y="18653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34272" y="18653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PK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452360" y="224028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525512" y="22768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700"/>
                </a:solidFill>
                <a:latin typeface="Calibri"/>
              </a:rPr>
              <a:t>tenant_id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48472" y="22768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34272" y="22768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FK -&gt; users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52360" y="265176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25512" y="26883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700"/>
                </a:solidFill>
                <a:latin typeface="Calibri"/>
              </a:rPr>
              <a:t>appliance_id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48472" y="26883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4272" y="26883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FK -&gt; appliances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452360" y="306324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525512" y="309981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700"/>
                </a:solidFill>
                <a:latin typeface="Calibri"/>
              </a:rPr>
              <a:t>score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48472" y="309981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Float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4272" y="309981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similarity score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52360" y="347472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525512" y="351129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700"/>
                </a:solidFill>
                <a:latin typeface="Calibri"/>
              </a:rPr>
              <a:t>method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48472" y="351129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4272" y="351129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content/collaborative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52360" y="388620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25512" y="39227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7700"/>
                </a:solidFill>
                <a:latin typeface="Calibri"/>
              </a:rPr>
              <a:t>generated_at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48472" y="39227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4272" y="39227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auto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29800" y="1371600"/>
            <a:ext cx="2148840" cy="34290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829800" y="1371600"/>
            <a:ext cx="2148840" cy="457200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875520" y="1426464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churn_scores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829800" y="182880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02952" y="18653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_id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725912" y="18653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411712" y="18653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PK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829800" y="224028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902952" y="22768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tenant_id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725912" y="22768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411712" y="22768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FK -&gt; users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29800" y="265176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902952" y="268833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risk_score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725912" y="268833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Float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411712" y="26883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0.0 - 1.0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829800" y="306324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02952" y="309981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risk_level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725912" y="309981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411712" y="309981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Low/Medium/High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829800" y="347472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902952" y="351129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recency_days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725912" y="351129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Int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411712" y="351129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days since last booking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829800" y="3886200"/>
            <a:ext cx="214884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902952" y="392277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frequency_count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725912" y="392277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Int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411712" y="392277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total bookings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29800" y="4297680"/>
            <a:ext cx="214884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902952" y="4334256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080"/>
                </a:solidFill>
                <a:latin typeface="Calibri"/>
              </a:rPr>
              <a:t>monetary_total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725912" y="4334256"/>
            <a:ext cx="685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Float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411712" y="433425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700"/>
                </a:solidFill>
                <a:latin typeface="Calibri"/>
              </a:rPr>
              <a:t>total spent (Rs)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20040" y="6217920"/>
            <a:ext cx="11521440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65760" y="62453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alibri"/>
              </a:rPr>
              <a:t>users._id  &lt;--&gt;  appliances.owner_id     |     users._id  &lt;--&gt;  bookings.tenant_id     |     appliances._id  &lt;--&gt;  bookings.appliance_id     |     bookings  --&gt;  recommendation_logs  --&gt;  churn_scores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03  |  DATABASE  -  Relationships &amp; demand_forecasts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All Collections Are Connected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114800" cy="36576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demand_forecasts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411480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288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ObjectId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828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  <a:latin typeface="Calibri"/>
              </a:rPr>
              <a:t>PK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411480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02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2402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402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  <a:latin typeface="Calibri"/>
              </a:rPr>
              <a:t>AC/Fridge/...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06040"/>
            <a:ext cx="411480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forecast_date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651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  <a:latin typeface="Calibri"/>
              </a:rPr>
              <a:t>future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411480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632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predicted_units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0632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Float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06323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  <a:latin typeface="Calibri"/>
              </a:rPr>
              <a:t>units forecasted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411480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model_version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474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  <a:latin typeface="Calibri"/>
              </a:rPr>
              <a:t>prophet v1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40480"/>
            <a:ext cx="4114800" cy="411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86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generated_at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8862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DateTime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886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700"/>
                </a:solidFill>
                <a:latin typeface="Calibri"/>
              </a:rPr>
              <a:t>auto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325880"/>
            <a:ext cx="694944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13716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Entity Relationship Overview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1737360"/>
            <a:ext cx="694944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18288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212140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_id (PK)  |  email  |  role  |  full_name  |  phone  |  address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2414016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|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270662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     |--[1:N]-- appliances (owner_id -&gt; users._id)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299923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|             name | category | price_per_day | images | available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2918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|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358444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  <a:latin typeface="Calibri"/>
              </a:rPr>
              <a:t>     |--[1:N]-- bookings (tenant_id -&gt; users._id)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877056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        appliance_id -&gt; appliances._id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16966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        start_date | end_date | status | total_amount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46227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             |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75488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7700"/>
                </a:solidFill>
                <a:latin typeface="Calibri"/>
              </a:rPr>
              <a:t>                       |--[1:N]-- recommendation_logs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04748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             |             tenant_id | appliance_id | score | method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5340096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             |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563270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080"/>
                </a:solidFill>
                <a:latin typeface="Calibri"/>
              </a:rPr>
              <a:t>                       |--[1:1]-- churn_scores (per tenant)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592531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                          risk_score | risk_level | RFM features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62179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651052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demand_forecasts  (standalone - keyed by category + date)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6803136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category | forecast_date | predicted_units | model_version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04  |  DATA COLLECTION  -  Which Page Collects What?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Frontend Page  -&gt;  What User Does  -&gt;  What Gets Stored in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286000" cy="56692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721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PAGE /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5184" y="1417320"/>
            <a:ext cx="2743200" cy="56692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1" y="147218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USER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1417320"/>
            <a:ext cx="3200400" cy="56692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1536" y="147218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DATA COLLECTED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7072" y="1417320"/>
            <a:ext cx="2651760" cy="56692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4721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STORED IN COLLECTION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02536"/>
            <a:ext cx="22860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0574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Register / Login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002536"/>
            <a:ext cx="27432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1" y="205740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User fills email, password, selects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7528" y="2002536"/>
            <a:ext cx="32004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0574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email, password (hashed), full_name, role, 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7072" y="2002536"/>
            <a:ext cx="265176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0574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2286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64261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Tenant Home Page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5184" y="2587752"/>
            <a:ext cx="27432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1" y="264261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Tenant browses appliances, clicks on items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67528" y="2587752"/>
            <a:ext cx="32004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6426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Browsing events (tracked via API calls)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2587752"/>
            <a:ext cx="265176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64261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recommendation_logs (view events)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72968"/>
            <a:ext cx="22860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22783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Appliance Detail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5184" y="3172968"/>
            <a:ext cx="27432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1" y="322783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Tenant views appliance details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7528" y="3172968"/>
            <a:ext cx="32004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322783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appliance_id viewed, time spent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7072" y="3172968"/>
            <a:ext cx="265176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322783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recommendation_logs (implicit feedback)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758184"/>
            <a:ext cx="2286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38130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Rent / Book Page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15184" y="3758184"/>
            <a:ext cx="27432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9191" y="38130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Tenant fills start_date, end_date, submits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67528" y="3758184"/>
            <a:ext cx="32004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38130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tenant_id, appliance_id, dates, total_amount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7072" y="3758184"/>
            <a:ext cx="265176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81304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bookings (status=requested)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343400"/>
            <a:ext cx="22860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439826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Owner - Add Appliance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15184" y="4343400"/>
            <a:ext cx="27432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79191" y="4398264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Owner fills name, category, price, uploads images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67528" y="4343400"/>
            <a:ext cx="32004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1536" y="439826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name, category, price_per_day, images, location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77072" y="4343400"/>
            <a:ext cx="265176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439826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appliances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928616"/>
            <a:ext cx="2286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983479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Owner - Manage Bookings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15184" y="4928616"/>
            <a:ext cx="27432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79191" y="4983479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Owner clicks Approve / Reject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67528" y="4928616"/>
            <a:ext cx="32004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31536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booking status update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77072" y="4928616"/>
            <a:ext cx="265176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498347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bookings (status updated)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513832"/>
            <a:ext cx="22860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" y="55686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15184" y="5513832"/>
            <a:ext cx="27432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79191" y="556869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 opens dashboard (auto-loaded)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67528" y="5513832"/>
            <a:ext cx="320040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31536" y="556869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Reads bookings to compute RFM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77072" y="5513832"/>
            <a:ext cx="2651760" cy="56692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41080" y="556869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churn_scores (auto-generated by ML)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6099048"/>
            <a:ext cx="22860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" y="61539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 - Demand Forecast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15184" y="6099048"/>
            <a:ext cx="27432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79191" y="615391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 views forecast chart (auto-loaded)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67528" y="6099048"/>
            <a:ext cx="320040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31536" y="615391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Reads bookings history by category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7072" y="6099048"/>
            <a:ext cx="2651760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1080" y="61539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demand_forecasts (auto-generated by 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05  |  AI MODULE 1  -  Recommendation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Plan to Recommend Appliances to Tenants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48640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91440" cy="5349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Step-by-Step 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73152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56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STEP 1  -  DATA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Kaggle dataset: 'Personalized Recommendation Systems'
(alfarisbachmid) - relabeled to appliance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73152" cy="7498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STEP 2  -  FEATURE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266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From Appliance collection: category, price_per_day,
brand → used to build item feature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11296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11296"/>
            <a:ext cx="73152" cy="7498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47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STEP 3  -  CONTENT-BASED 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Cosine similarity calculated between tenant's past
bookings and all available appliances (scikit-learn)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06824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73152" cy="74980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STEP 4  -  COLLABORATIVE FILTERING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SVD (Surprise library): finds tenants with similar
booking patterns, recommends what they rented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02352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02352"/>
            <a:ext cx="73152" cy="749808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389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080"/>
                </a:solidFill>
                <a:latin typeface="Calibri"/>
              </a:rPr>
              <a:t>STEP 5  -  HYBRID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13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Content-based score + SVD score combined.
Top N appliances selected per tenant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97879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897879"/>
            <a:ext cx="73152" cy="749808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93445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STEP 6  -  STORE &amp; 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0877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Results stored in recommendation_logs collection.
Served via /api/recommend/&lt;tenant_id&gt;/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371600"/>
            <a:ext cx="576072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1371600"/>
            <a:ext cx="91440" cy="5349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Data Flow Diagram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Tenant books appliance  -&gt;  bookings collection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|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542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train_recommender.py reads bookings + appliances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|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64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  <a:latin typeface="Calibri"/>
              </a:rPr>
              <a:t>Content-Based: Cosine Similarity on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886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  <a:latin typeface="Calibri"/>
              </a:rPr>
              <a:t>Collaborative: SVD on booking interaction matrix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|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16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7700"/>
                </a:solidFill>
                <a:latin typeface="Calibri"/>
              </a:rPr>
              <a:t>Hybrid scores merged, Top-N selected per tenant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029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2395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080"/>
                </a:solidFill>
                <a:latin typeface="Calibri"/>
              </a:rPr>
              <a:t>Stored -&gt; recommendation_logs (MongoDB)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|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062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        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6263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API: /api/recommend/&lt;tenant_id&gt;/  -&gt;  Tenant Home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06  |  AI MODULE 2  -  Demand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Plan to Predict Rental Demand for Owners &amp;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48640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91440" cy="5349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Calibri"/>
              </a:rPr>
              <a:t>Step-by-Step 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73152" cy="7498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56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STEP 1  -  DATA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Kaggle: 'Retail Store Inventory &amp; Demand Forecasting'
(atomicd) - relabeled to AC/Fridge/TV/etc.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73152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STEP 2  -  AGGREGATE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266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Query bookings collection - group by category + week
Count rentals per time period (time series)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11296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11296"/>
            <a:ext cx="73152" cy="7498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47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STEP 3  -  PROPHET 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Facebook Prophet time-series model trained
per appliance category using historical booking 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06824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73152" cy="74980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STEP 4  -  30-DAY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Prophet predicts rental demand for next 30 days
per category (AC, Fridge, Washing Machine, etc.)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02352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02352"/>
            <a:ext cx="73152" cy="749808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389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080"/>
                </a:solidFill>
                <a:latin typeface="Calibri"/>
              </a:rPr>
              <a:t>STEP 5  -  STORE 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13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Predictions stored in demand_forecasts collection
{category, forecast_date, predicted_units}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97879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897879"/>
            <a:ext cx="73152" cy="749808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93445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STEP 6  -  SERVE TO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0877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API /api/bi/dashboard/ + /api/forecast/&lt;category&gt;/
Admin &amp; Owner see Recharts line charts in React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371600"/>
            <a:ext cx="576072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1371600"/>
            <a:ext cx="91440" cy="5349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What Admin / Owner Sees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SOURCE DATA (INPUT)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1854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bookings collection: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- tenant_id, appliance_id, start_date, end_date,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7523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Kaggle dataset: historical demand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0358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19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PROCESSING  (train_forecast.py cmd)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602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1. Pull all bookings from MongoDB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2. Group by category + weekly buckets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16966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3. Train Prophet model per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5312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4. Forecast next 30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7365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5. Save .pkl model artifact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02005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303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OUTPUT  (what admin sees)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5869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- Line chart: demand trend per category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87044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- Bar chart: revenue by month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15391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- Stock suggestion: 'Stock more ACs in July'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643737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- Stored in demand_forecasts collection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07  |  AI MODULE 3  -  Customer Churn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Plan to Identify At-Risk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48640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91440" cy="5349240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080"/>
                </a:solidFill>
                <a:latin typeface="Calibri"/>
              </a:rPr>
              <a:t>Step-by-Step 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73152" cy="749808"/>
          </a:xfrm>
          <a:prstGeom prst="rect">
            <a:avLst/>
          </a:prstGeom>
          <a:solidFill>
            <a:srgbClr val="FF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56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080"/>
                </a:solidFill>
                <a:latin typeface="Calibri"/>
              </a:rPr>
              <a:t>STEP 1  -  DATA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Kaggle: 'Online Retail Customer Churn Dataset'
(hassaneskikri) - adapted to rental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73152" cy="7498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523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STEP 2  -  RFM 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266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From bookings collection, compute per tenant:
Recency = days since last booking
Frequency = total number of bookings
Monetary = total amount spent (Rs)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11296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11296"/>
            <a:ext cx="73152" cy="7498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47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STEP 3  -  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Random Forest Classifier (scikit-learn) trained
on RFM features from Kaggle dataset.
Saves accuracy, precision, recall, F1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06824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06824"/>
            <a:ext cx="73152" cy="74980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STEP 4  -  CHURN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Each tenant's RFM computed from live bookings.
Model predicts churn probability (0.0 to 1.0).
Threshold: Low(&lt;0.3) / Medium(0.3-0.7) / High(&gt;0.7)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02352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02352"/>
            <a:ext cx="73152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389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STEP 5  -  STORE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13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Per-tenant churn score stored in churn_scores
{tenant_id, risk_score, risk_level, RFM values}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97879"/>
            <a:ext cx="521208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897879"/>
            <a:ext cx="73152" cy="749808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93445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  <a:latin typeface="Calibri"/>
              </a:rPr>
              <a:t>STEP 6  -  SERVE ALERT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0877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API /api/churn/at-risk/ -&gt; Admin sees table of
high-risk tenants to take retention 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371600"/>
            <a:ext cx="576072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1371600"/>
            <a:ext cx="91440" cy="5349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  <a:latin typeface="Calibri"/>
              </a:rPr>
              <a:t>RFM Features Explained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901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080"/>
                </a:solidFill>
                <a:latin typeface="Calibri"/>
              </a:rPr>
              <a:t>RECENCY (R)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1854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How many days ago did the tenant last rent?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Computed: today - MAX(bookings.created_at)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7523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  High recency = tenant inactive for long = RISKY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0358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19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FREQUENCY (F)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602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How many times has the tenant rented in total?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Computed: COUNT(bookings) WHERE tenant_id = 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16966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  Low frequency = rare customer = RISKY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5312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7365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MONETARY (M)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02005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How much total money has the tenant spent?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303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  Computed: SUM(bookings.total_amount)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5869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  Low monetary = low-value customer = RISKY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87044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15391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CHURN RISK LEVELS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643737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  <a:latin typeface="Calibri"/>
              </a:rPr>
              <a:t>  risk_score &lt; 0.3     -&gt;  Low    (safe customer)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67208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700"/>
                </a:solidFill>
                <a:latin typeface="Calibri"/>
              </a:rPr>
              <a:t>  risk_score 0.3-0.7  -&gt;  Medium  (needs attention)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700430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080"/>
                </a:solidFill>
                <a:latin typeface="Calibri"/>
              </a:rPr>
              <a:t>  risk_score &gt; 0.7    -&gt;  High    (about to leave!)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08  |  COMPLETE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From User Action -&gt; MongoDB -&gt; AI Model -&gt;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7218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FRONTEND  (React + Vite)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179222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2024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Register/Login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182880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3432" y="1828800"/>
            <a:ext cx="179222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92024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Tenant Home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82880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4" y="1828800"/>
            <a:ext cx="179222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92024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Browse Appliances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182880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7336" y="1828800"/>
            <a:ext cx="179222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92024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Book Appliance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82880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1828800"/>
            <a:ext cx="179222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192024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Owner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182880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21240" y="1828800"/>
            <a:ext cx="1792224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92024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Admin BI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9900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  <a:latin typeface="Calibri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08960"/>
            <a:ext cx="11521440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108960"/>
            <a:ext cx="1152144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16382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BACKEND  (Django REST API)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52044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520440"/>
            <a:ext cx="179222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61188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POST /api/auth/register/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13432" y="352044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13432" y="3520440"/>
            <a:ext cx="179222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361188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GET /api/appliances/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4" y="352044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15384" y="3520440"/>
            <a:ext cx="179222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9392" y="361188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POST /api/bookings/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17336" y="352044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17336" y="3520440"/>
            <a:ext cx="179222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344" y="361188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GET /api/recommend/&lt;id&gt;/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9288" y="352044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9288" y="3520440"/>
            <a:ext cx="179222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83296" y="361188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GET /api/bi/dashboard/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21240" y="352044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21240" y="3520440"/>
            <a:ext cx="179222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85248" y="361188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GET /api/churn/at-risk/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681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  <a:latin typeface="Calibri"/>
              </a:rPr>
              <a:t>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00600"/>
            <a:ext cx="11521440" cy="15544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4800600"/>
            <a:ext cx="1152144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85546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DATABASE  (MongoDB)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21208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5212080"/>
            <a:ext cx="1792224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" y="530352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users collection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13432" y="521208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13432" y="5212080"/>
            <a:ext cx="1792224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77440" y="530352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appliances collection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15384" y="521208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15384" y="5212080"/>
            <a:ext cx="1792224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9392" y="530352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bookings collection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17336" y="521208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17336" y="5212080"/>
            <a:ext cx="1792224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81344" y="530352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recommendation_logs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19288" y="521208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19288" y="5212080"/>
            <a:ext cx="1792224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83296" y="530352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demand_forecasts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21240" y="5212080"/>
            <a:ext cx="1792224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21240" y="5212080"/>
            <a:ext cx="1792224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85248" y="5303520"/>
            <a:ext cx="1664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churn_scores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alibri"/>
              </a:rPr>
              <a:t>AI LAYER  (Django management commands, run manually / on schedule):   train_recommender.py   |   train_forecast.py   |   train_churn.py   -&gt;  save .pkl artifacts  -&gt;  serve via REST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09  |  TECH STACK &amp; DEPLOYMENT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We Plan to Build &amp; Deploy This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83464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83464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0208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React.js 18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4320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20439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5753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86791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Recharts (BI dashboard)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97679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35254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API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6451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Axios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7492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12978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422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React Router DOM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85216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907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6199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JWT token (localStorage)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1417320"/>
            <a:ext cx="283464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1417320"/>
            <a:ext cx="283464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196596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20208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Django 5.x + DRF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74320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djangorestframework-simplejwt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520439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5753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DB connector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86791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MongoEngine (ODM)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297679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435254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CORS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6451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django-cors-headers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507492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512978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Images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422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Local media/ folder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585216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5907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alibri"/>
              </a:rPr>
              <a:t>ML trigger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199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Django management commands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417320"/>
            <a:ext cx="283464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1417320"/>
            <a:ext cx="2834640" cy="457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79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DATABASE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96596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20208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79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MongoDB (NoSQL)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74320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79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ODM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79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MongoEngine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3520439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79" y="35753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Connection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9" y="386791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.env MONGO_URI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297679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79" y="435254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Collections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79" y="46451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5 core collections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507492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79" y="512978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Hosting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79" y="5422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MongoDB Atlas (free)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585216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55079" y="5907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Backups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79" y="6199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Atlas auto-backup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1417320"/>
            <a:ext cx="2834640" cy="53035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1417320"/>
            <a:ext cx="2834640" cy="4572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268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AI / ML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196596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20208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Recommender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23134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scikit-learn (cosine sim)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274320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27980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Collab filter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30906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Surprise (SVD)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35440" y="3520439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357530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Forecast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386791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Prophet (Facebook)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35440" y="4297679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26880" y="435254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Churn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46451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scikit-learn RandomForest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35440" y="5074920"/>
            <a:ext cx="2834640" cy="749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0" y="512978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Data source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6880" y="5422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 Kaggle datasets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35440" y="5852160"/>
            <a:ext cx="2834640" cy="749808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26880" y="5907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00"/>
                </a:solidFill>
                <a:latin typeface="Calibri"/>
              </a:rPr>
              <a:t>Storage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6880" y="6199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.pkl model artifacts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10  |  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114300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We Aim to Achieve &amp; What Can Be Added 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9496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91440" cy="5349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Project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00D4FF"/>
                </a:solidFill>
                <a:latin typeface="Calibri"/>
              </a:rPr>
              <a:t>Build a working rental marketplace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Tenants, Owners and Admin roles fully functional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D4FF"/>
                </a:solidFill>
                <a:latin typeface="Calibri"/>
              </a:rPr>
              <a:t>3 AI modules integrated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Recommendation Engine (Content + SVD)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Prophet-based Demand Forecasting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Random Forest Churn Prediction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D4FF"/>
                </a:solidFill>
                <a:latin typeface="Calibri"/>
              </a:rPr>
              <a:t>MongoDB with 5 clean collections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users, appliances, bookings,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recommendation_logs, demand_forecasts, churn_scores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D4FF"/>
                </a:solidFill>
                <a:latin typeface="Calibri"/>
              </a:rPr>
              <a:t>Full-Stack: Django REST + React + MongoDB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Deployed locally with .env configuration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715000" cy="53492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91440" cy="5349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  <a:latin typeface="Calibri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00E596"/>
                </a:solidFill>
                <a:latin typeface="Calibri"/>
              </a:rPr>
              <a:t>IoT Integration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Track live appliance health and usage via sensors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E596"/>
                </a:solidFill>
                <a:latin typeface="Calibri"/>
              </a:rPr>
              <a:t>Dynamic AI Pricing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Auto-adjust price_per_day based on demand forecast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E596"/>
                </a:solidFill>
                <a:latin typeface="Calibri"/>
              </a:rPr>
              <a:t>Mobile App (React Native)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Same Django REST API, new mobile frontend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E596"/>
                </a:solidFill>
                <a:latin typeface="Calibri"/>
              </a:rPr>
              <a:t>LLM Chat Assistant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'Which AC should I rent for my 2BHK this summer?'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E596"/>
                </a:solidFill>
                <a:latin typeface="Calibri"/>
              </a:rPr>
              <a:t>Multi-city with Geo Search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Expand platform citywide with location-based filters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E596"/>
                </a:solidFill>
                <a:latin typeface="Calibri"/>
              </a:rPr>
              <a:t>Payment Gateway (Razorpay)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AAAAA"/>
                </a:solidFill>
                <a:latin typeface="Calibri"/>
              </a:rPr>
              <a:t>  Replace mock payments with real online payments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