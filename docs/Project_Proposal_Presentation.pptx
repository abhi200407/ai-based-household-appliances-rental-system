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HOUSEHOLD APPLIANCES RENTAL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MANAGEMENT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A6A4"/>
                </a:solidFill>
              </a:rPr>
              <a:t>with Integrated AI: Recommendations, Business Intelligence &amp; Churn Prediction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8C2"/>
                </a:solidFill>
              </a:rPr>
              <a:t>Project Proposal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8C2"/>
                </a:solidFill>
              </a:rPr>
              <a:t>2026-08-04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A6A4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</a:rPr>
              <a:t>Renting Appliances Today Is Fragmented and Manual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</a:rPr>
              <a:t>Scattered listings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937"/>
                </a:solidFill>
              </a:rPr>
              <a:t>Tenants struggle to find suitable appliances due to unreliable, scattered listings across platforms.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</a:rPr>
              <a:t>No demand visibility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11880" y="26974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937"/>
                </a:solidFill>
              </a:rPr>
              <a:t>Owners have no data-driven way to know which appliances to stock or when demand will spike.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</a:rPr>
              <a:t>No retention insight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6974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937"/>
                </a:solidFill>
              </a:rPr>
              <a:t>Platforms have no way to identify which customers are at risk of leaving before it happens.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89720" y="18288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7260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</a:rPr>
              <a:t>Manual matching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72600" y="26974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937"/>
                </a:solidFill>
              </a:rPr>
              <a:t>No personalization — every tenant sees the same generic listing feed.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A6A4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</a:rPr>
              <a:t>What This Project Sets Out to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Build a role-based platform for Admins, Owners, and Tenants to manage appliance rentals end-to-end.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880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Deliver a real, trained AI recommendation engine — not a rule-based stand-in.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931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Provide admins with demand forecasting and a business intelligence dashboard.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983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Predict tenant churn risk using a supervised ML model with reported accuracy metrics.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A6A4"/>
                </a:solidFill>
              </a:rPr>
              <a:t>SYSTEM ACTORS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</a:rPr>
              <a:t>Three Roles, One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77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</a:rPr>
              <a:t>Admin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0175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Manages users &amp; listings, views BI dashboard and at-risk customer list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210312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377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Owner / Vendor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3440" y="30175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DE6EE"/>
                </a:solidFill>
              </a:rPr>
              <a:t>Lists appliances, manages availability and bookings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210312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/>
          <p:nvPr/>
        </p:nvSpPr>
        <p:spPr>
          <a:xfrm>
            <a:off x="8549640" y="2377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</a:rPr>
              <a:t>Tenant / Customer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49640" y="30175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Searches, books appliances, sees personalized recommendations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A6A4"/>
                </a:solidFill>
              </a:rPr>
              <a:t>RELATED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</a:rPr>
              <a:t>How This Project Builds on Existing Research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420624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Reference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Contribution Used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House Rental Management System (2025)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Base project structure, waterfall phases, DFD/ER/use-case modeling approach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“Just Rent It” Appliance Rental Platform (2025)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Domain match — appliance rental features, dashboard, secure payments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LeKeDe Online Rental System (2019)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Peripheral features — image upload, location filtering, future recommendation ideas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AI in Inventory Management (2023)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AI application patterns: demand forecasting, stock optimization, automated reordering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A6A4"/>
                </a:solidFill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</a:rPr>
              <a:t>Three-Tier, Single Backend Language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606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</a:rPr>
              <a:t>React 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SPA, role-based views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237744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606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</a:rPr>
              <a:t>Django REST API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3154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Auth, CRUD, ML endpoints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503920" y="237744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2606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</a:rPr>
              <a:t>MongoDB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0" y="3154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via MongoEngine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66160" y="278892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CA6A4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452360" y="278892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CA6A4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F2937"/>
                </a:solidFill>
              </a:rPr>
              <a:t>AI modules (recommendation, forecasting, churn) run as Django apps inside the same backend — no separate microservice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A6A4"/>
                </a:solidFill>
              </a:rPr>
              <a:t>AI MODULE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</a:rPr>
              <a:t>Recommendation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Hybrid: content-based filtering as the guaranteed baseline, collaborative filtering layered in as data grows.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697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A6A4"/>
                </a:solidFill>
              </a:rPr>
              <a:t>Content-based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</a:rPr>
              <a:t>scikit-learn cosine similarity on category, price, brand — works even for brand-new tenants/appliances (solves cold start).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246888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2697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A6A4"/>
                </a:solidFill>
              </a:rPr>
              <a:t>Collaborative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34840" y="324612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</a:rPr>
              <a:t>Surprise library (SVD) — “tenants like you also rented”, activated once enough interaction data exists.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246888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4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2697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A6A4"/>
                </a:solidFill>
              </a:rPr>
              <a:t>Output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38160" y="324612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</a:rPr>
              <a:t>Top-N appliances surfaced as “Recommended for you” on the tenant home page.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A6A4"/>
                </a:solidFill>
              </a:rPr>
              <a:t>AI MODULE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</a:rPr>
              <a:t>Business Intelligence &amp; Demand Forecasting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Prophet time-series model forecasts rental demand per appliance category, feeding an admin dashboard.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▶"/>
            </a:pPr>
            <a:r>
              <a:rPr lang="en-US" sz="1500" dirty="0">
                <a:solidFill>
                  <a:srgbClr val="1F2937"/>
                </a:solidFill>
              </a:rPr>
              <a:t>Predicts demand per category per week/month (e.g. AC demand rising into summer)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▶"/>
            </a:pPr>
            <a:r>
              <a:rPr lang="en-US" sz="1500" dirty="0">
                <a:solidFill>
                  <a:srgbClr val="1F2937"/>
                </a:solidFill>
              </a:rPr>
              <a:t>Admin dashboard: revenue trend, category-wise demand, occupancy rate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▶"/>
            </a:pPr>
            <a:r>
              <a:rPr lang="en-US" sz="1500" dirty="0">
                <a:solidFill>
                  <a:srgbClr val="1F2937"/>
                </a:solidFill>
              </a:rPr>
              <a:t>Suggests stock levels per category based on the forecast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8006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DE6EE"/>
                </a:solidFill>
              </a:rPr>
              <a:t>Built on the same AI-in-inventory-management principles as the reference IJRASET paper — demand forecasting, stock optimization, automated reordering — applied to appliance categories instead of warehouse SKUs.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A6A4"/>
                </a:solidFill>
              </a:rPr>
              <a:t>AI MODULE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</a:rPr>
              <a:t>Churn Prediction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Supervised classification identifies tenants at risk of leaving, before they leave.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670048"/>
            <a:ext cx="2185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A6A4"/>
                </a:solidFill>
              </a:rPr>
              <a:t>1. Features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3154680"/>
            <a:ext cx="218541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7"/>
                </a:solidFill>
              </a:rPr>
              <a:t>Recency, Frequency, Monetary (RFM) computed from booking history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246888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3456432" y="2670048"/>
            <a:ext cx="2185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A6A4"/>
                </a:solidFill>
              </a:rPr>
              <a:t>2. 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56432" y="3154680"/>
            <a:ext cx="218541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7"/>
                </a:solidFill>
              </a:rPr>
              <a:t>scikit-learn Random Forest classifier — explainable via feature importance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246888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4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6199632" y="2670048"/>
            <a:ext cx="2185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A6A4"/>
                </a:solidFill>
              </a:rPr>
              <a:t>3. Output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99632" y="3154680"/>
            <a:ext cx="218541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7"/>
                </a:solidFill>
              </a:rPr>
              <a:t>Risk score (0-1) + Low/Medium/High label, surfaced to admin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78240" y="246888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4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8942832" y="2670048"/>
            <a:ext cx="2185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A6A4"/>
                </a:solidFill>
              </a:rPr>
              <a:t>4. Evaluation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42832" y="3154680"/>
            <a:ext cx="218541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7"/>
                </a:solidFill>
              </a:rPr>
              <a:t>Accuracy, Precision, Recall, F1-score reported for transparency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A6A4"/>
                </a:solidFill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</a:rPr>
              <a:t>One Language, One Codebase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1737360"/>
          <a:ext cx="8686800" cy="4572000"/>
        </p:xfrm>
        <a:graphic>
          <a:graphicData uri="http://schemas.openxmlformats.org/drawingml/2006/table">
            <a:tbl>
              <a:tblPr/>
              <a:tblGrid>
                <a:gridCol w="4114800"/>
                <a:gridCol w="4572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Backend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Django (Python)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Database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MongoDB via MongoEngine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API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Django REST Framework + JWT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Frontend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React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Recommendation ML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scikit-learn + Surprise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Forecasting ML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Prophet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Churn ML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scikit-learn (Random Forest)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A6A4"/>
                </a:solidFill>
              </a:rPr>
              <a:t>PROJECT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</a:rPr>
              <a:t>11-Week Phased Build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691640"/>
          <a:ext cx="9601200" cy="4663440"/>
        </p:xfrm>
        <a:graphic>
          <a:graphicData uri="http://schemas.openxmlformats.org/drawingml/2006/table">
            <a:tbl>
              <a:tblPr/>
              <a:tblGrid>
                <a:gridCol w="1371600"/>
                <a:gridCol w="6400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Deliverable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Week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Project scaffolding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Authentication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Appliance catalog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3-4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Booking workflow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Admin panel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5a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Recommendation engine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7-8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5b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Forecasting / BI dashboard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9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5c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Churn prediction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10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Polish &amp; documentation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11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A rental platform that gets smarter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with every booking.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A6A4"/>
                </a:solidFill>
              </a:rPr>
              <a:t>Thank you — Questions Welcome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2026-08-04T09:33:48Z</dcterms:created>
  <dcterms:modified xsi:type="dcterms:W3CDTF">2026-08-04T09:33:48Z</dcterms:modified>
</cp:coreProperties>
</file>